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32573" autoAdjust="0"/>
  </p:normalViewPr>
  <p:slideViewPr>
    <p:cSldViewPr snapToGrid="0" snapToObjects="1">
      <p:cViewPr varScale="1">
        <p:scale>
          <a:sx n="24" d="100"/>
          <a:sy n="24" d="100"/>
        </p:scale>
        <p:origin x="2318" y="3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3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これは</a:t>
            </a:r>
            <a:r>
              <a:rPr dirty="0" err="1"/>
              <a:t>OfficeAgentの読み上げタグテストです</a:t>
            </a:r>
            <a:r>
              <a:rPr dirty="0"/>
              <a:t>。</a:t>
            </a:r>
          </a:p>
          <a:p>
            <a:r>
              <a:rPr lang="ja-JP" altLang="en-US" dirty="0"/>
              <a:t>私は、</a:t>
            </a:r>
            <a:r>
              <a:rPr dirty="0"/>
              <a:t>&lt;var name="</a:t>
            </a:r>
            <a:r>
              <a:rPr dirty="0" err="1"/>
              <a:t>agentName</a:t>
            </a:r>
            <a:r>
              <a:rPr dirty="0"/>
              <a:t>"/&gt;</a:t>
            </a:r>
            <a:r>
              <a:rPr lang="ja-JP" altLang="en-US" dirty="0"/>
              <a:t>です</a:t>
            </a:r>
            <a:r>
              <a:rPr dirty="0"/>
              <a:t>。&lt;agent op="break"/&gt;</a:t>
            </a:r>
          </a:p>
          <a:p>
            <a:r>
              <a:rPr dirty="0" err="1"/>
              <a:t>それでは始めます</a:t>
            </a:r>
            <a:r>
              <a:rPr dirty="0"/>
              <a:t>。&lt;slide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agentタグのテストです</a:t>
            </a:r>
            <a:r>
              <a:rPr dirty="0"/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move</a:t>
            </a:r>
            <a:r>
              <a:rPr lang="ja-JP" altLang="en-US" dirty="0"/>
              <a:t>操作です。画面左上へ瞬間移動します。</a:t>
            </a:r>
            <a:r>
              <a:rPr lang="en-US" altLang="ja-JP" dirty="0"/>
              <a:t>&lt;agent op="move" x=“10" y=“10"/&gt;&lt;agent op="break"/&gt;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画面右下へアニメーション付きで移動します。</a:t>
            </a:r>
            <a:r>
              <a:rPr lang="en-US" altLang="ja-JP" dirty="0"/>
              <a:t>&lt;agent op="move" x=“90" y=“90" speed=“500"/&gt;&lt;agent op="break"/&gt;</a:t>
            </a:r>
          </a:p>
          <a:p>
            <a:endParaRPr lang="en-US" dirty="0"/>
          </a:p>
          <a:p>
            <a:r>
              <a:rPr dirty="0" err="1"/>
              <a:t>gesture操作です</a:t>
            </a:r>
            <a:r>
              <a:rPr dirty="0"/>
              <a:t>。</a:t>
            </a:r>
            <a:r>
              <a:rPr lang="ja-JP" altLang="en-US" dirty="0"/>
              <a:t>画面中央を指差します。</a:t>
            </a:r>
            <a:r>
              <a:rPr dirty="0"/>
              <a:t>&lt;agent op="gesture" x="50" y="50"/&gt;&lt;agent op="break"/&gt;</a:t>
            </a:r>
            <a:endParaRPr lang="en-US" dirty="0"/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play操作です。</a:t>
            </a:r>
            <a:r>
              <a:rPr lang="en-US" altLang="ja-JP" dirty="0" err="1"/>
              <a:t>Wave</a:t>
            </a:r>
            <a:r>
              <a:rPr lang="ja-JP" altLang="en-US" dirty="0"/>
              <a:t>アニメーションを再生します。</a:t>
            </a:r>
            <a:r>
              <a:rPr dirty="0"/>
              <a:t>&lt;agent op="play" name="Wave"/&gt;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agentタグの続きです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dirty="0"/>
              <a:t>hide</a:t>
            </a:r>
            <a:r>
              <a:rPr lang="en-US" dirty="0"/>
              <a:t>/</a:t>
            </a:r>
            <a:r>
              <a:rPr lang="en-US" dirty="0" err="1"/>
              <a:t>show</a:t>
            </a:r>
            <a:r>
              <a:rPr dirty="0" err="1"/>
              <a:t>操作です</a:t>
            </a:r>
            <a:r>
              <a:rPr dirty="0"/>
              <a:t>。</a:t>
            </a:r>
            <a:r>
              <a:rPr lang="ja-JP" altLang="en-US" dirty="0"/>
              <a:t>エージェントを瞬間で隠し、再表示します。</a:t>
            </a:r>
            <a:r>
              <a:rPr dirty="0"/>
              <a:t>&lt;agent op="hide" </a:t>
            </a:r>
            <a:r>
              <a:rPr dirty="0" err="1"/>
              <a:t>anim</a:t>
            </a:r>
            <a:r>
              <a:rPr dirty="0"/>
              <a:t>="</a:t>
            </a:r>
            <a:r>
              <a:rPr lang="en-US" dirty="0"/>
              <a:t>false</a:t>
            </a:r>
            <a:r>
              <a:rPr dirty="0"/>
              <a:t>"/&gt;&lt;agent op="wait" </a:t>
            </a:r>
            <a:r>
              <a:rPr dirty="0" err="1"/>
              <a:t>ms</a:t>
            </a:r>
            <a:r>
              <a:rPr dirty="0"/>
              <a:t>="1</a:t>
            </a:r>
            <a:r>
              <a:rPr lang="en-US" dirty="0"/>
              <a:t>0</a:t>
            </a:r>
            <a:r>
              <a:rPr dirty="0"/>
              <a:t>00"/&gt;&lt;agent op="show" </a:t>
            </a:r>
            <a:r>
              <a:rPr dirty="0" err="1"/>
              <a:t>anim</a:t>
            </a:r>
            <a:r>
              <a:rPr dirty="0"/>
              <a:t>="</a:t>
            </a:r>
            <a:r>
              <a:rPr lang="en-US" dirty="0"/>
              <a:t>false</a:t>
            </a:r>
            <a:r>
              <a:rPr dirty="0"/>
              <a:t>"/&gt;&lt;agent op="break"/&gt;</a:t>
            </a:r>
            <a:endParaRPr lang="en-US" dirty="0"/>
          </a:p>
          <a:p>
            <a:r>
              <a:rPr lang="ja-JP" altLang="en-US" dirty="0"/>
              <a:t>エージェントをアニメーション付きで隠し、再表示します。</a:t>
            </a:r>
            <a:r>
              <a:rPr lang="en-US" altLang="ja-JP" dirty="0"/>
              <a:t>&lt;agent op="hide" </a:t>
            </a:r>
            <a:r>
              <a:rPr lang="en-US" altLang="ja-JP" dirty="0" err="1"/>
              <a:t>anim</a:t>
            </a:r>
            <a:r>
              <a:rPr lang="en-US" altLang="ja-JP" dirty="0"/>
              <a:t>="true"/&gt;&lt;agent op="wait" </a:t>
            </a:r>
            <a:r>
              <a:rPr lang="en-US" altLang="ja-JP" dirty="0" err="1"/>
              <a:t>ms</a:t>
            </a:r>
            <a:r>
              <a:rPr lang="en-US" altLang="ja-JP" dirty="0"/>
              <a:t>="1000"/&gt;&lt;agent op="show" </a:t>
            </a:r>
            <a:r>
              <a:rPr lang="en-US" altLang="ja-JP" dirty="0" err="1"/>
              <a:t>anim</a:t>
            </a:r>
            <a:r>
              <a:rPr lang="en-US" altLang="ja-JP" dirty="0"/>
              <a:t>="true"/&gt;&lt;agent op="break"/&gt;</a:t>
            </a:r>
          </a:p>
          <a:p>
            <a:endParaRPr dirty="0"/>
          </a:p>
          <a:p>
            <a:r>
              <a:rPr dirty="0" err="1"/>
              <a:t>break操作です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  <a:r>
              <a:rPr dirty="0" err="1"/>
              <a:t>発話をここで区切りました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wait操作です</a:t>
            </a:r>
            <a:r>
              <a:rPr dirty="0"/>
              <a:t>。&lt;agent op="wait" </a:t>
            </a:r>
            <a:r>
              <a:rPr dirty="0" err="1"/>
              <a:t>ms</a:t>
            </a:r>
            <a:r>
              <a:rPr dirty="0"/>
              <a:t>="2000"/&gt;2秒間待機しました。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lang="en-US" dirty="0"/>
              <a:t>&lt;</a:t>
            </a:r>
            <a:r>
              <a:rPr dirty="0"/>
              <a:t>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slideタグのテストです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click操作です</a:t>
            </a:r>
            <a:r>
              <a:rPr dirty="0"/>
              <a:t>。&lt;slide op="click"/&gt;</a:t>
            </a:r>
            <a:r>
              <a:rPr dirty="0" err="1"/>
              <a:t>アニメーションを再生しました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lang="en-US" altLang="ja-JP" dirty="0"/>
              <a:t>page</a:t>
            </a:r>
            <a:r>
              <a:rPr lang="ja-JP" altLang="en-US" dirty="0"/>
              <a:t>操作です。次のスライドへ移動します。</a:t>
            </a:r>
            <a:r>
              <a:rPr lang="en-US" altLang="ja-JP" dirty="0"/>
              <a:t>&lt;slide op="page" </a:t>
            </a:r>
            <a:r>
              <a:rPr lang="en-US" altLang="ja-JP" dirty="0" err="1"/>
              <a:t>dir</a:t>
            </a:r>
            <a:r>
              <a:rPr lang="en-US" altLang="ja-JP"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slideタグの続きです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lang="en-US" dirty="0"/>
          </a:p>
          <a:p>
            <a:r>
              <a:rPr lang="en-US" altLang="ja-JP" dirty="0" err="1"/>
              <a:t>dir</a:t>
            </a:r>
            <a:r>
              <a:rPr lang="ja-JP" altLang="en-US" dirty="0"/>
              <a:t>指定により指定したスライドへジャンプします。</a:t>
            </a:r>
            <a:r>
              <a:rPr lang="en-US" altLang="ja-JP" dirty="0"/>
              <a:t>&lt;slide op="page" </a:t>
            </a:r>
            <a:r>
              <a:rPr lang="en-US" altLang="ja-JP" dirty="0" err="1"/>
              <a:t>dir</a:t>
            </a:r>
            <a:r>
              <a:rPr lang="en-US" altLang="ja-JP" dirty="0"/>
              <a:t>=“6"/&gt;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screenタグのテストです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blackout操作です</a:t>
            </a:r>
            <a:r>
              <a:rPr dirty="0"/>
              <a:t>。&lt;screen op="blackout"/&gt;</a:t>
            </a:r>
            <a:r>
              <a:rPr dirty="0" err="1"/>
              <a:t>画面を暗転しました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whiteout操作です</a:t>
            </a:r>
            <a:r>
              <a:rPr dirty="0"/>
              <a:t>。&lt;screen op="whiteout"/&gt;</a:t>
            </a:r>
            <a:r>
              <a:rPr dirty="0" err="1"/>
              <a:t>画面を白転しました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resume操作です</a:t>
            </a:r>
            <a:r>
              <a:rPr dirty="0"/>
              <a:t>。&lt;screen op="resume"/&gt;</a:t>
            </a:r>
            <a:r>
              <a:rPr dirty="0" err="1"/>
              <a:t>通常表示に戻しました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lang="ja-JP" altLang="en-US" dirty="0"/>
          </a:p>
          <a:p>
            <a:r>
              <a:rPr lang="en-US" altLang="ja-JP" dirty="0"/>
              <a:t>&lt;</a:t>
            </a:r>
            <a:r>
              <a:rPr lang="en-US" dirty="0"/>
              <a:t>slide op="page" </a:t>
            </a:r>
            <a:r>
              <a:rPr lang="en-US" dirty="0" err="1"/>
              <a:t>dir</a:t>
            </a:r>
            <a:r>
              <a:rPr lang="en-US"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balloonタグのテストです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</a:t>
            </a:r>
            <a:r>
              <a:rPr dirty="0"/>
              <a:t>ide</a:t>
            </a:r>
            <a:r>
              <a:rPr lang="en-US" dirty="0"/>
              <a:t>/</a:t>
            </a:r>
            <a:r>
              <a:rPr lang="en-US" dirty="0" err="1"/>
              <a:t>show</a:t>
            </a:r>
            <a:r>
              <a:rPr dirty="0" err="1"/>
              <a:t>操作です</a:t>
            </a:r>
            <a:r>
              <a:rPr dirty="0"/>
              <a:t>。&lt;balloon op=“hide”/&gt;&lt;agent op=“wait” </a:t>
            </a:r>
            <a:r>
              <a:rPr dirty="0" err="1"/>
              <a:t>ms</a:t>
            </a:r>
            <a:r>
              <a:rPr dirty="0"/>
              <a:t>=“1000”/&gt;&lt;balloon op=“show”/&gt;</a:t>
            </a:r>
            <a:r>
              <a:rPr dirty="0" err="1"/>
              <a:t>吹き出しを</a:t>
            </a:r>
            <a:r>
              <a:rPr lang="ja-JP" altLang="en-US" dirty="0"/>
              <a:t>隠し、再</a:t>
            </a:r>
            <a:r>
              <a:rPr dirty="0" err="1"/>
              <a:t>表示しました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lang="en-US" dirty="0"/>
          </a:p>
          <a:p>
            <a:r>
              <a:rPr dirty="0" err="1"/>
              <a:t>style操作です</a:t>
            </a:r>
            <a:r>
              <a:rPr dirty="0"/>
              <a:t>。&lt;balloon op="style" size="18" width="</a:t>
            </a:r>
            <a:r>
              <a:rPr lang="en-US" dirty="0"/>
              <a:t>4</a:t>
            </a:r>
            <a:r>
              <a:rPr dirty="0"/>
              <a:t>0"/&gt;文字サイズを18、横幅を</a:t>
            </a:r>
            <a:r>
              <a:rPr lang="en-US" dirty="0"/>
              <a:t>4</a:t>
            </a:r>
            <a:r>
              <a:rPr dirty="0"/>
              <a:t>0文字に変更しました。&lt;agent op="break"/&gt;&lt;balloon op="style" size="12" width="</a:t>
            </a:r>
            <a:r>
              <a:rPr lang="en-US" dirty="0"/>
              <a:t>28</a:t>
            </a:r>
            <a:r>
              <a:rPr dirty="0"/>
              <a:t>"/&gt;</a:t>
            </a:r>
          </a:p>
          <a:p>
            <a:endParaRPr lang="en-US" dirty="0"/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laserタグのテストです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on操作です</a:t>
            </a:r>
            <a:r>
              <a:rPr dirty="0"/>
              <a:t>。&lt;laser op="on"/&gt;</a:t>
            </a:r>
            <a:r>
              <a:rPr dirty="0" err="1"/>
              <a:t>レーザーポインターを表示しました</a:t>
            </a:r>
            <a:r>
              <a:rPr dirty="0"/>
              <a:t>。&lt;agent op="wait" </a:t>
            </a:r>
            <a:r>
              <a:rPr dirty="0" err="1"/>
              <a:t>ms</a:t>
            </a:r>
            <a:r>
              <a:rPr dirty="0"/>
              <a:t>="2000"/&gt;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off操作です</a:t>
            </a:r>
            <a:r>
              <a:rPr dirty="0"/>
              <a:t>。&lt;laser op="off"/&gt;</a:t>
            </a:r>
            <a:r>
              <a:rPr dirty="0" err="1"/>
              <a:t>レーザーポインターを非表示にしました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lang="en-US" dirty="0"/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varタグのテストです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dirty="0" err="1"/>
              <a:t>slideNumberです。現在のスライド番号は</a:t>
            </a:r>
            <a:r>
              <a:rPr dirty="0"/>
              <a:t>&lt;var name="</a:t>
            </a:r>
            <a:r>
              <a:rPr dirty="0" err="1"/>
              <a:t>slideNumber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slideCountです。総スライド数は</a:t>
            </a:r>
            <a:r>
              <a:rPr dirty="0"/>
              <a:t>&lt;var name="</a:t>
            </a:r>
            <a:r>
              <a:rPr dirty="0" err="1"/>
              <a:t>slideCount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slidesRemainingです。残りスライド数は</a:t>
            </a:r>
            <a:r>
              <a:rPr dirty="0"/>
              <a:t>&lt;var name="</a:t>
            </a:r>
            <a:r>
              <a:rPr dirty="0" err="1"/>
              <a:t>slidesRemaining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。&lt;agent op="break"/&gt;</a:t>
            </a:r>
          </a:p>
          <a:p>
            <a:r>
              <a:rPr dirty="0" err="1"/>
              <a:t>fileNameです。ファイル名は</a:t>
            </a:r>
            <a:r>
              <a:rPr dirty="0"/>
              <a:t>&lt;var name="</a:t>
            </a:r>
            <a:r>
              <a:rPr dirty="0" err="1"/>
              <a:t>fileName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slideTitleです。スライドタイトルは</a:t>
            </a:r>
            <a:r>
              <a:rPr dirty="0"/>
              <a:t>&lt;var name="</a:t>
            </a:r>
            <a:r>
              <a:rPr dirty="0" err="1"/>
              <a:t>slideTitle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  <a:endParaRPr lang="en-US" dirty="0"/>
          </a:p>
          <a:p>
            <a:r>
              <a:rPr dirty="0" err="1"/>
              <a:t>sectionNameです。セクション名は</a:t>
            </a:r>
            <a:r>
              <a:rPr dirty="0"/>
              <a:t>&lt;var name="</a:t>
            </a:r>
            <a:r>
              <a:rPr dirty="0" err="1"/>
              <a:t>sectionName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authorです。作成者は</a:t>
            </a:r>
            <a:r>
              <a:rPr dirty="0"/>
              <a:t>&lt;var name="author"/&gt;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varタグの続きのテストです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dirty="0" err="1"/>
              <a:t>timeです。現在時刻は</a:t>
            </a:r>
            <a:r>
              <a:rPr dirty="0"/>
              <a:t>&lt;var name="time"/&gt;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dateです。今日の日付は</a:t>
            </a:r>
            <a:r>
              <a:rPr dirty="0"/>
              <a:t>&lt;var name="date"/&gt;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elapsedです。発表開始からの経過時間は</a:t>
            </a:r>
            <a:r>
              <a:rPr dirty="0"/>
              <a:t>&lt;var name="elapsed"/&gt;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lapです。このスライドに来てからの経過時間は</a:t>
            </a:r>
            <a:r>
              <a:rPr dirty="0"/>
              <a:t>&lt;var name="lap"/&gt;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varタグの続きのテストです</a:t>
            </a:r>
            <a:r>
              <a:rPr dirty="0"/>
              <a:t>。</a:t>
            </a:r>
            <a:r>
              <a:rPr lang="en-US" altLang="ja-JP" dirty="0"/>
              <a:t>&lt;agent op="break"/&gt;</a:t>
            </a:r>
          </a:p>
          <a:p>
            <a:endParaRPr dirty="0"/>
          </a:p>
          <a:p>
            <a:r>
              <a:rPr dirty="0" err="1"/>
              <a:t>userNameです。ユーザー名は</a:t>
            </a:r>
            <a:r>
              <a:rPr dirty="0"/>
              <a:t>&lt;var name="</a:t>
            </a:r>
            <a:r>
              <a:rPr dirty="0" err="1"/>
              <a:t>userName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computerNameです。コンピューター名は</a:t>
            </a:r>
            <a:r>
              <a:rPr dirty="0"/>
              <a:t>&lt;var name="</a:t>
            </a:r>
            <a:r>
              <a:rPr dirty="0" err="1"/>
              <a:t>computerName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。&lt;agent op="break"/&gt;</a:t>
            </a:r>
          </a:p>
          <a:p>
            <a:r>
              <a:rPr dirty="0" err="1"/>
              <a:t>agentNameです。私の名前は</a:t>
            </a:r>
            <a:r>
              <a:rPr dirty="0"/>
              <a:t>&lt;var name="</a:t>
            </a:r>
            <a:r>
              <a:rPr dirty="0" err="1"/>
              <a:t>agentName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</a:p>
          <a:p>
            <a:r>
              <a:rPr dirty="0" err="1"/>
              <a:t>agentDescriptionです。説明は</a:t>
            </a:r>
            <a:r>
              <a:rPr dirty="0"/>
              <a:t>&lt;var name="</a:t>
            </a:r>
            <a:r>
              <a:rPr dirty="0" err="1"/>
              <a:t>agentDescription</a:t>
            </a:r>
            <a:r>
              <a:rPr dirty="0"/>
              <a:t>"/&gt;</a:t>
            </a:r>
            <a:r>
              <a:rPr dirty="0" err="1"/>
              <a:t>です</a:t>
            </a:r>
            <a:r>
              <a:rPr dirty="0"/>
              <a:t>。</a:t>
            </a:r>
            <a:endParaRPr lang="ja-JP" altLang="en-US" dirty="0"/>
          </a:p>
          <a:p>
            <a:r>
              <a:rPr lang="en-US" dirty="0"/>
              <a:t>&lt;slide op="page" </a:t>
            </a:r>
            <a:r>
              <a:rPr lang="en-US" dirty="0" err="1"/>
              <a:t>dir</a:t>
            </a:r>
            <a:r>
              <a:rPr lang="en-US"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SAPI標準タグのテストです</a:t>
            </a:r>
            <a:r>
              <a:rPr dirty="0"/>
              <a:t>。</a:t>
            </a:r>
          </a:p>
          <a:p>
            <a:r>
              <a:rPr dirty="0" err="1"/>
              <a:t>volumeです</a:t>
            </a:r>
            <a:r>
              <a:rPr dirty="0"/>
              <a:t>。&lt;volume level="30"&gt;この部分は音量30で話しています。&lt;/volume&gt;</a:t>
            </a:r>
            <a:r>
              <a:rPr dirty="0" err="1"/>
              <a:t>音量を変更しました</a:t>
            </a:r>
            <a:r>
              <a:rPr dirty="0"/>
              <a:t>。&lt;agent op="break"/&gt;</a:t>
            </a:r>
          </a:p>
          <a:p>
            <a:r>
              <a:rPr dirty="0" err="1"/>
              <a:t>rateです</a:t>
            </a:r>
            <a:r>
              <a:rPr dirty="0"/>
              <a:t>。&lt;rate speed="-5"&gt;</a:t>
            </a:r>
            <a:r>
              <a:rPr dirty="0" err="1"/>
              <a:t>この部分はゆっくり話しています</a:t>
            </a:r>
            <a:r>
              <a:rPr dirty="0"/>
              <a:t>。&lt;/rate&gt;&lt;rate speed="5"&gt;</a:t>
            </a:r>
            <a:r>
              <a:rPr dirty="0" err="1"/>
              <a:t>この部分は速く話しています</a:t>
            </a:r>
            <a:r>
              <a:rPr dirty="0"/>
              <a:t>。&lt;/rate&gt;</a:t>
            </a:r>
            <a:r>
              <a:rPr dirty="0" err="1"/>
              <a:t>速度を変更しました</a:t>
            </a:r>
            <a:r>
              <a:rPr dirty="0"/>
              <a:t>。&lt;agent op="break"/&gt;</a:t>
            </a:r>
          </a:p>
          <a:p>
            <a:r>
              <a:rPr dirty="0" err="1"/>
              <a:t>pitchです</a:t>
            </a:r>
            <a:r>
              <a:rPr dirty="0"/>
              <a:t>。&lt;pitch middle="-5"&gt;</a:t>
            </a:r>
            <a:r>
              <a:rPr dirty="0" err="1"/>
              <a:t>この部分は声を低くしています</a:t>
            </a:r>
            <a:r>
              <a:rPr dirty="0"/>
              <a:t>。&lt;/pitch&gt;&lt;pitch middle="5"&gt;</a:t>
            </a:r>
            <a:r>
              <a:rPr dirty="0" err="1"/>
              <a:t>この部分は声を高くしています</a:t>
            </a:r>
            <a:r>
              <a:rPr dirty="0"/>
              <a:t>。&lt;/pitch&gt;</a:t>
            </a:r>
            <a:r>
              <a:rPr dirty="0" err="1"/>
              <a:t>声の高さを変更しました</a:t>
            </a:r>
            <a:r>
              <a:rPr dirty="0"/>
              <a:t>。&lt;agent op="break"/&gt;</a:t>
            </a:r>
          </a:p>
          <a:p>
            <a:r>
              <a:rPr dirty="0" err="1"/>
              <a:t>spellです</a:t>
            </a:r>
            <a:r>
              <a:rPr dirty="0"/>
              <a:t>。&lt;spell&gt;</a:t>
            </a:r>
            <a:r>
              <a:rPr dirty="0" err="1"/>
              <a:t>オフィスエージェント</a:t>
            </a:r>
            <a:r>
              <a:rPr dirty="0"/>
              <a:t>&lt;/spell&gt;1文字ずつ読み上げました。&lt;agent op="break"/&gt;</a:t>
            </a:r>
          </a:p>
          <a:p>
            <a:r>
              <a:rPr dirty="0" err="1"/>
              <a:t>emphです。次の単語を</a:t>
            </a:r>
            <a:r>
              <a:rPr dirty="0"/>
              <a:t>&lt;</a:t>
            </a:r>
            <a:r>
              <a:rPr dirty="0" err="1"/>
              <a:t>emph</a:t>
            </a:r>
            <a:r>
              <a:rPr dirty="0"/>
              <a:t>&gt;</a:t>
            </a:r>
            <a:r>
              <a:rPr dirty="0" err="1"/>
              <a:t>強調して</a:t>
            </a:r>
            <a:r>
              <a:rPr dirty="0"/>
              <a:t>&lt;/</a:t>
            </a:r>
            <a:r>
              <a:rPr dirty="0" err="1"/>
              <a:t>emph</a:t>
            </a:r>
            <a:r>
              <a:rPr dirty="0"/>
              <a:t>&gt;</a:t>
            </a:r>
            <a:r>
              <a:rPr dirty="0" err="1"/>
              <a:t>読み上げました</a:t>
            </a:r>
            <a:r>
              <a:rPr dirty="0"/>
              <a:t>。</a:t>
            </a:r>
          </a:p>
          <a:p>
            <a:r>
              <a:rPr dirty="0"/>
              <a:t>&lt;slide op="page" </a:t>
            </a:r>
            <a:r>
              <a:rPr dirty="0" err="1"/>
              <a:t>dir</a:t>
            </a:r>
            <a:r>
              <a:rPr dirty="0"/>
              <a:t>="next"/&gt;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SAPI標準タグの続きのテストです</a:t>
            </a:r>
            <a:r>
              <a:rPr dirty="0"/>
              <a:t>。</a:t>
            </a:r>
          </a:p>
          <a:p>
            <a:r>
              <a:rPr dirty="0" err="1"/>
              <a:t>まずsilenceです</a:t>
            </a:r>
            <a:r>
              <a:rPr dirty="0"/>
              <a:t>。&lt;silence msec="2000"/&gt;2秒間、無音にしました。</a:t>
            </a:r>
            <a:endParaRPr lang="en-US" dirty="0"/>
          </a:p>
          <a:p>
            <a:r>
              <a:rPr lang="da-DK" dirty="0"/>
              <a:t>&lt;slide op="page" dir="next"/&gt;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コメントタグのテストです</a:t>
            </a:r>
            <a:r>
              <a:rPr dirty="0"/>
              <a:t>。</a:t>
            </a:r>
          </a:p>
          <a:p>
            <a:r>
              <a:rPr dirty="0" err="1"/>
              <a:t>まずコメントの挿入です</a:t>
            </a:r>
            <a:r>
              <a:rPr dirty="0"/>
              <a:t>。&lt;!-- </a:t>
            </a:r>
            <a:r>
              <a:rPr dirty="0" err="1"/>
              <a:t>これはコメントです。読み上げられず、吹き出しにも表示されません</a:t>
            </a:r>
            <a:r>
              <a:rPr dirty="0"/>
              <a:t>。 --&gt;</a:t>
            </a:r>
            <a:r>
              <a:rPr dirty="0" err="1"/>
              <a:t>コメントを挟みましたが、発話内容には影響しませんでした</a:t>
            </a:r>
            <a:r>
              <a:rPr dirty="0"/>
              <a:t>。</a:t>
            </a:r>
            <a:endParaRPr lang="en-US" dirty="0"/>
          </a:p>
          <a:p>
            <a:r>
              <a:rPr lang="da-DK" dirty="0"/>
              <a:t>&lt;slide op="page" dir="next"/&gt;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これで全てのタグのテストは終わりです。お疲れ様でした。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OfficeAgent 発話タグ 全種テスト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このプレゼンは、スライドノート読み上げ機能が対応する</a:t>
            </a:r>
          </a:p>
          <a:p>
            <a:pPr>
              <a:defRPr sz="2000"/>
            </a:pPr>
            <a:r>
              <a:t>全てのタグの動作確認用です。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スライドショーを開始すると、クリック操作なしで</a:t>
            </a:r>
          </a:p>
          <a:p>
            <a:pPr>
              <a:defRPr sz="2000"/>
            </a:pPr>
            <a:r>
              <a:t>最後まで自動的に進みながら、エージェントの挙動を確認できます。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（4～6枚目でslideタグのclick／page／dirの3種類を</a:t>
            </a:r>
          </a:p>
          <a:p>
            <a:pPr>
              <a:defRPr sz="2000"/>
            </a:pPr>
            <a:r>
              <a:t>　順番に実演します。スライドは飛ばさず全て順番に再生されます）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agentタグ（1/2） move / gesture /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&lt;agent op="move" x="N" y="N" speed="N"/&gt;  指定位置へ移動</a:t>
            </a:r>
          </a:p>
          <a:p>
            <a:pPr>
              <a:defRPr sz="2000"/>
            </a:pPr>
            <a:r>
              <a:t>&lt;agent op="gesture" x="N" y="N"/&gt;  指定位置を指し示す</a:t>
            </a:r>
          </a:p>
          <a:p>
            <a:pPr>
              <a:defRPr sz="2000"/>
            </a:pPr>
            <a:r>
              <a:t>&lt;agent op="play" name="..."/&gt;  アニメーション再生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2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agentタグ（2/2） show / hide / break / 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&lt;agent op="show" anim="true|false"/&gt;  エージェントを表示</a:t>
            </a:r>
          </a:p>
          <a:p>
            <a:pPr>
              <a:defRPr sz="2000"/>
            </a:pPr>
            <a:r>
              <a:t>&lt;agent op="hide" anim="true|false"/&gt;  エージェントを隠す</a:t>
            </a:r>
          </a:p>
          <a:p>
            <a:pPr>
              <a:defRPr sz="2000"/>
            </a:pPr>
            <a:r>
              <a:t>&lt;agent op="break"/&gt;  発話をここで区切る</a:t>
            </a:r>
          </a:p>
          <a:p>
            <a:pPr>
              <a:defRPr sz="2000"/>
            </a:pPr>
            <a:r>
              <a:t>&lt;agent op="wait" ms="N"/&gt;  指定ミリ秒待機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3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slideタグ（1/3） click操作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rPr dirty="0"/>
              <a:t>&lt;slide op="click" </a:t>
            </a:r>
            <a:r>
              <a:rPr dirty="0" err="1"/>
              <a:t>dir</a:t>
            </a:r>
            <a:r>
              <a:rPr dirty="0"/>
              <a:t>="</a:t>
            </a:r>
            <a:r>
              <a:rPr dirty="0" err="1"/>
              <a:t>next|prev</a:t>
            </a:r>
            <a:r>
              <a:rPr dirty="0"/>
              <a:t>"/&gt;</a:t>
            </a:r>
          </a:p>
          <a:p>
            <a:pPr>
              <a:defRPr sz="2000"/>
            </a:pPr>
            <a:r>
              <a:rPr dirty="0"/>
              <a:t>  </a:t>
            </a:r>
            <a:r>
              <a:rPr dirty="0" err="1"/>
              <a:t>アニメーション</a:t>
            </a:r>
            <a:endParaRPr lang="en-US" dirty="0"/>
          </a:p>
          <a:p>
            <a:pPr>
              <a:defRPr sz="2000"/>
            </a:pPr>
            <a:r>
              <a:rPr lang="en-US" altLang="ja-JP" dirty="0"/>
              <a:t>&lt;slide op="page" </a:t>
            </a:r>
            <a:r>
              <a:rPr lang="en-US" altLang="ja-JP" dirty="0" err="1"/>
              <a:t>dir</a:t>
            </a:r>
            <a:r>
              <a:rPr lang="en-US" altLang="ja-JP" dirty="0"/>
              <a:t>="</a:t>
            </a:r>
            <a:r>
              <a:rPr lang="en-US" altLang="ja-JP" dirty="0" err="1"/>
              <a:t>next|prev</a:t>
            </a:r>
            <a:r>
              <a:rPr lang="en-US" altLang="ja-JP" dirty="0"/>
              <a:t>"/&gt;</a:t>
            </a:r>
          </a:p>
          <a:p>
            <a:pPr>
              <a:defRPr sz="2000"/>
            </a:pPr>
            <a:r>
              <a:rPr lang="en-US" altLang="ja-JP" dirty="0"/>
              <a:t>  </a:t>
            </a:r>
            <a:r>
              <a:rPr lang="ja-JP" altLang="en-US" dirty="0"/>
              <a:t>次</a:t>
            </a:r>
            <a:r>
              <a:rPr lang="en-US" altLang="ja-JP" dirty="0"/>
              <a:t>/</a:t>
            </a:r>
            <a:r>
              <a:rPr lang="ja-JP" altLang="en-US" dirty="0"/>
              <a:t>前スライドへ移動する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0161" y="5029200"/>
            <a:ext cx="291137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ja-JP" altLang="en-US" dirty="0"/>
              <a:t>アニメーション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4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slideタグ（2/3） page操作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rPr lang="en-US" altLang="ja-JP" dirty="0"/>
              <a:t>&lt;slide op="page" </a:t>
            </a:r>
            <a:r>
              <a:rPr lang="en-US" altLang="ja-JP" dirty="0" err="1"/>
              <a:t>dir</a:t>
            </a:r>
            <a:r>
              <a:rPr lang="en-US" altLang="ja-JP" dirty="0"/>
              <a:t>=“6"/&gt;</a:t>
            </a:r>
          </a:p>
          <a:p>
            <a:pPr>
              <a:defRPr sz="2000"/>
            </a:pPr>
            <a:r>
              <a:rPr lang="ja-JP" altLang="en-US" dirty="0"/>
              <a:t>指定したページのスライドへ移動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5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screenタグ  blackout / whiteout / resume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&lt;screen op="blackout"/&gt;  画面を暗転（[B]キー相当）</a:t>
            </a:r>
          </a:p>
          <a:p>
            <a:pPr>
              <a:defRPr sz="2000"/>
            </a:pPr>
            <a:r>
              <a:t>&lt;screen op="whiteout"/&gt;  画面を白転（[W]キー相当）</a:t>
            </a:r>
          </a:p>
          <a:p>
            <a:pPr>
              <a:defRPr sz="2000"/>
            </a:pPr>
            <a:r>
              <a:t>&lt;screen op="resume"/&gt;  暗転／白転を解除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lang="en-US" dirty="0"/>
              <a:t>6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balloonタグ  show / hide /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&lt;balloon op="show"/&gt;  吹き出しを表示</a:t>
            </a:r>
          </a:p>
          <a:p>
            <a:pPr>
              <a:defRPr sz="2000"/>
            </a:pPr>
            <a:r>
              <a:t>&lt;balloon op="hide"/&gt;  吹き出しを隠す</a:t>
            </a:r>
          </a:p>
          <a:p>
            <a:pPr>
              <a:defRPr sz="2000"/>
            </a:pPr>
            <a:r>
              <a:t>&lt;balloon op="style" size="N" font="..." width="N"/&gt;</a:t>
            </a:r>
          </a:p>
          <a:p>
            <a:pPr>
              <a:defRPr sz="2000"/>
            </a:pPr>
            <a:r>
              <a:t>  フォントサイズ／フォント名／横幅（1行の文字数）を変更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lang="en-US" dirty="0"/>
              <a:t>7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laserタグ  on /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&lt;laser op="on"/&gt;  レーザーポインター表示をON</a:t>
            </a:r>
          </a:p>
          <a:p>
            <a:pPr>
              <a:defRPr sz="2000"/>
            </a:pPr>
            <a:r>
              <a:t>&lt;laser op="off"/&gt;  レーザーポインター表示をOFF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※座標指定は不可。実際の位置はマウスに追従します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lang="en-US" dirty="0"/>
              <a:t>8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varタグ（1/3） PowerPoint関連の変数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&lt;var name="slideNumber"/&gt;  現在のスライド番号</a:t>
            </a:r>
          </a:p>
          <a:p>
            <a:pPr>
              <a:defRPr sz="2000"/>
            </a:pPr>
            <a:r>
              <a:t>&lt;var name="slideCount"/&gt;  総スライド数</a:t>
            </a:r>
          </a:p>
          <a:p>
            <a:pPr>
              <a:defRPr sz="2000"/>
            </a:pPr>
            <a:r>
              <a:t>&lt;var name="slidesRemaining"/&gt;  残りスライド数</a:t>
            </a:r>
          </a:p>
          <a:p>
            <a:pPr>
              <a:defRPr sz="2000"/>
            </a:pPr>
            <a:r>
              <a:t>&lt;var name="fileName"/&gt;  ファイル名</a:t>
            </a:r>
          </a:p>
          <a:p>
            <a:pPr>
              <a:defRPr sz="2000"/>
            </a:pPr>
            <a:r>
              <a:t>&lt;var name="slideTitle"/&gt;  現在のスライドのタイトル</a:t>
            </a:r>
          </a:p>
          <a:p>
            <a:pPr>
              <a:defRPr sz="2000"/>
            </a:pPr>
            <a:r>
              <a:t>&lt;var name="sectionName"/&gt;  所属セクション名</a:t>
            </a:r>
          </a:p>
          <a:p>
            <a:pPr>
              <a:defRPr sz="2000"/>
            </a:pPr>
            <a:r>
              <a:t>&lt;var name="author"/&gt;  ドキュメントの作成者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9516" y="635508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lang="en-US" dirty="0"/>
              <a:t>9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varタグ（2/3） 時間関連の変数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&lt;var name="time"/&gt;  現在時刻</a:t>
            </a:r>
          </a:p>
          <a:p>
            <a:pPr>
              <a:defRPr sz="2000"/>
            </a:pPr>
            <a:r>
              <a:t>&lt;var name="date"/&gt;  今日の日付</a:t>
            </a:r>
          </a:p>
          <a:p>
            <a:pPr>
              <a:defRPr sz="2000"/>
            </a:pPr>
            <a:r>
              <a:t>&lt;var name="elapsed"/&gt;  発表開始からの経過時間</a:t>
            </a:r>
          </a:p>
          <a:p>
            <a:pPr>
              <a:defRPr sz="2000"/>
            </a:pPr>
            <a:r>
              <a:t>&lt;var name="lap"/&gt;  このスライドに来てからの経過時間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varタグ（3/3） その他の変数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&lt;var name="userName"/&gt;  Windowsのユーザー名</a:t>
            </a:r>
          </a:p>
          <a:p>
            <a:pPr>
              <a:defRPr sz="2000"/>
            </a:pPr>
            <a:r>
              <a:t>&lt;var name="computerName"/&gt;  コンピューター名</a:t>
            </a:r>
          </a:p>
          <a:p>
            <a:pPr>
              <a:defRPr sz="2000"/>
            </a:pPr>
            <a:r>
              <a:t>&lt;var name="agentName"/&gt;  エージェントキャラクターの名前</a:t>
            </a:r>
          </a:p>
          <a:p>
            <a:pPr>
              <a:defRPr sz="2000"/>
            </a:pPr>
            <a:r>
              <a:t>&lt;var name="agentDescription"/&gt;  エージェントキャラクターの説明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1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>
            <a:normAutofit fontScale="90000"/>
          </a:bodyPr>
          <a:lstStyle/>
          <a:p>
            <a:r>
              <a:t>SAPI標準タグ（1/2） volume / rate / pitch / spell / emph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&lt;volume level="0-100"&gt;...&lt;/volume&gt;  読み上げ音量を変更</a:t>
            </a:r>
          </a:p>
          <a:p>
            <a:pPr>
              <a:defRPr sz="2000"/>
            </a:pPr>
            <a:r>
              <a:t>&lt;rate speed="-10~10"&gt;...&lt;/rate&gt;  読み上げ速度を変更</a:t>
            </a:r>
          </a:p>
          <a:p>
            <a:pPr>
              <a:defRPr sz="2000"/>
            </a:pPr>
            <a:r>
              <a:t>&lt;pitch middle="-10~10"&gt;...&lt;/pitch&gt;  読み上げの声の高さを変更</a:t>
            </a:r>
          </a:p>
          <a:p>
            <a:pPr>
              <a:defRPr sz="2000"/>
            </a:pPr>
            <a:r>
              <a:t>&lt;spell&gt;...&lt;/spell&gt;  1文字ずつ区切って読み上げる</a:t>
            </a:r>
          </a:p>
          <a:p>
            <a:pPr>
              <a:defRPr sz="2000"/>
            </a:pPr>
            <a:r>
              <a:t>&lt;emph&gt;...&lt;/emph&gt;  次の単語を強調して読み上げる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2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SAPI標準タグ（2/2） silence（無音）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&lt;silence msec="N"/&gt;  指定ミリ秒の無音を挿入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コメントタグ  &lt;!-- ... --&gt;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&lt;!-- ... --&gt;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読み上げも吹き出し表示もされない、</a:t>
            </a:r>
          </a:p>
          <a:p>
            <a:pPr>
              <a:defRPr sz="2000"/>
            </a:pPr>
            <a:r>
              <a:t>ノート内メモ用のタグです。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005840"/>
          </a:xfrm>
        </p:spPr>
        <p:txBody>
          <a:bodyPr wrap="square"/>
          <a:lstStyle/>
          <a:p>
            <a:r>
              <a:t>テスト完了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277295" cy="4754880"/>
          </a:xfrm>
        </p:spPr>
        <p:txBody>
          <a:bodyPr wrap="square"/>
          <a:lstStyle/>
          <a:p>
            <a:pPr>
              <a:defRPr sz="2000"/>
            </a:pPr>
            <a:r>
              <a:t>以上で、OfficeAgentが対応する</a:t>
            </a:r>
          </a:p>
          <a:p>
            <a:pPr>
              <a:defRPr sz="2000"/>
            </a:pPr>
            <a:r>
              <a:t>全ての読み上げタグのテストが完了しました。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お疲れ様でした。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8145" y="635508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 / 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Microsoft Office PowerPoint</Application>
  <PresentationFormat>ワイド画面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OfficeAgent 発話タグ 全種テスト</vt:lpstr>
      <vt:lpstr>agentタグ（1/2） move / gesture / play</vt:lpstr>
      <vt:lpstr>agentタグ（2/2） show / hide / break / wait</vt:lpstr>
      <vt:lpstr>slideタグ（1/3） click操作</vt:lpstr>
      <vt:lpstr>slideタグ（2/3） page操作</vt:lpstr>
      <vt:lpstr>screenタグ  blackout / whiteout / resume</vt:lpstr>
      <vt:lpstr>balloonタグ  show / hide / style</vt:lpstr>
      <vt:lpstr>laserタグ  on / off</vt:lpstr>
      <vt:lpstr>varタグ（1/3） PowerPoint関連の変数</vt:lpstr>
      <vt:lpstr>varタグ（2/3） 時間関連の変数</vt:lpstr>
      <vt:lpstr>varタグ（3/3） その他の変数</vt:lpstr>
      <vt:lpstr>SAPI標準タグ（1/2） volume / rate / pitch / spell / emph</vt:lpstr>
      <vt:lpstr>SAPI標準タグ（2/2） silence（無音）</vt:lpstr>
      <vt:lpstr>コメントタグ  &lt;!-- ... --&gt;</vt:lpstr>
      <vt:lpstr>テスト完了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2026-09-18T09:25:38Z</dcterms:created>
  <dcterms:modified xsi:type="dcterms:W3CDTF">2026-09-18T09:25:42Z</dcterms:modified>
  <cp:category/>
</cp:coreProperties>
</file>